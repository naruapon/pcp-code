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29-4512-8342-8000-00006bdf1b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36-f2a2-898c-8000-00007c951e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47-54b2-8c5d-8000-000058dc18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42-7702-8c32-8000-00008cdc8d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3f-a162-8445-8000-0000bc79d2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3e-1b32-83d2-8000-00009e7cfd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5d-8c52-8785-8000-00009deb74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5c-0812-8cab-8000-0000ca9854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5a-4632-88a6-8000-00007f6de9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57-9142-87ae-8000-0000772b0e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54-19f2-866b-8000-00002255c1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6b-f3c2-80d8-8000-0000747bfb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72-cbb2-886e-8000-0000afebbf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71-2b42-87e1-8000-0000880ca4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71-d5f2-8c76-8000-0000f52b8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670-ff22-8318-8000-0000cce7f7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พื้นฐานภาษาคอมพิวเตอร์</dc:title>
  <dc:subject>พื้นฐานภาษาคอมพิวเตอร์</dc:subject>
  <dc:creator>Kimi</dc:creator>
  <cp:lastModifiedBy>Kimi</cp:lastModifiedBy>
  <cp:revision>1</cp:revision>
  <dcterms:created xsi:type="dcterms:W3CDTF">2025-11-30T20:20:42Z</dcterms:created>
  <dcterms:modified xsi:type="dcterms:W3CDTF">2025-11-30T20:20:42Z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พื้นฐานภาษาคอมพิวเตอร์","ContentProducer":"001191110108MACG2KBH8F10000","ProduceID":"d4ma86h8bjvmd2fk54m0","ReservedCode1":"","ContentPropagator":"001191110108MACG2KBH8F20000","PropagateID":"d4ma86h8bjvmd2fk54m0","ReservedCode2":""}</vt:lpwstr>
  </property>
</Properties>
</file>