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37-5b52-8108-8000-0000487b3b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46-1332-8932-8000-00008dc014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4b-3d22-87dd-8000-0000e07298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46-0ab2-8d03-8000-00008da81e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4b-0ba2-8e72-8000-000033930d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45-1292-859c-8000-00008cc773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61-4292-854c-8000-0000a74608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60-6f62-8e5a-8000-0000ee1a2d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61-7002-8d2c-8000-0000ba8dda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59-1b32-8c1f-8000-0000e534ae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66-fa32-82b6-8000-00000b54ed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7c-0b42-8d59-8000-000005c70e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83-f252-8909-8000-0000565ed2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75-1402-87ab-8000-00003537fc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7f-2562-8e21-8000-0000b2b3a4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79-df22-8059-8000-00007ffddf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9b-2bd2-8ba2-8000-00006222b6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798-3a52-85d0-8000-0000d0f9ae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101 ปฐมบทสู่โค้ดมหัศจรรย์</dc:title>
  <dc:subject>Java 101 ปฐมบทสู่โค้ดมหัศจรรย์</dc:subject>
  <dc:creator>Kimi</dc:creator>
  <cp:lastModifiedBy>Kimi</cp:lastModifiedBy>
  <cp:revision>1</cp:revision>
  <dcterms:created xsi:type="dcterms:W3CDTF">2025-11-30T20:41:04Z</dcterms:created>
  <dcterms:modified xsi:type="dcterms:W3CDTF">2025-11-30T20:41:04Z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{"Label":"Java 101 ปฐมบทสู่โค้ดมหัศจรรย์","ContentProducer":"001191110108MACG2KBH8F10000","ProduceID":"d4mah54upvnvrv8tpe8g","ReservedCode1":"","ContentPropagator":"001191110108MACG2KBH8F20000","PropagateID":"d4mah54upvnvrv8tpe8g","ReservedCode2":""}</vt:lpwstr>
  </property>
</Properties>
</file>