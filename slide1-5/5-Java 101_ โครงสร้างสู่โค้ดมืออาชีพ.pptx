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74-5b72-8f56-8000-0000e57748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85-ac92-8eee-8000-0000219b3f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85-4b02-8664-8000-0000d7c12e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81-2782-86ba-8000-00007f0893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81-9af2-85e0-8000-00007804e7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82-0962-8518-8000-00005a918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94-fce2-80d3-8000-0000ce97d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9b-3bd2-837a-8000-000069406f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93-a792-818e-8000-0000aca44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96-c9a2-8b4c-8000-0000287cff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a3-d562-8a33-8000-0000ae648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bb-cdd2-8566-8000-00000a0d2e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b6-8c62-840c-8000-00008c0d57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b7-dd02-8a3a-8000-00009759c6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b3-17b2-8be5-8000-0000ea358d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b8-a8d2-8da1-8000-000091831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d2-5882-8d3e-8000-000043d865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8c8-be72-821b-8000-00003d9dbe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101: โครงสร้างสู่โค้ดมืออาชีพ</dc:title>
  <dc:subject>Java 101: โครงสร้างสู่โค้ดมืออาชีพ</dc:subject>
  <dc:creator>Kimi</dc:creator>
  <cp:lastModifiedBy>Kimi</cp:lastModifiedBy>
  <cp:revision>1</cp:revision>
  <dcterms:created xsi:type="dcterms:W3CDTF">2025-11-30T20:56:15Z</dcterms:created>
  <dcterms:modified xsi:type="dcterms:W3CDTF">2025-11-30T20:56:15Z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{"Label":"Java 101: โครงสร้างสู่โค้ดมืออาชีพ","ContentProducer":"001191110108MACG2KBH8F10000","ProduceID":"d4marbdhstkkpom67530","ReservedCode1":"","ContentPropagator":"001191110108MACG2KBH8F20000","PropagateID":"d4marbdhstkkpom67530","ReservedCode2":""}</vt:lpwstr>
  </property>
</Properties>
</file>