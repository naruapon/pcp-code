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41-a682-8625-8000-000016a7d0b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5b-abc2-801f-8000-00001c1ac2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53-ed62-89de-8000-00000690af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5d-6d92-87c0-8000-00005ebbdf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56-89a2-8dcf-8000-00004e0a45a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5c-9a12-8f7c-8000-00003672ed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6b-1302-82b5-8000-0000b30199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75-9f52-827a-8000-00007c9616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6e-3192-8c2f-8000-0000b1bcf6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72-9be2-8c6b-8000-0000a76aef5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6b-8ce2-84ce-8000-0000844d503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82-82b2-83e4-8000-0000b5af138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85-4cb2-88a3-8000-00009f1382c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8a-3c92-88b3-8000-0000c450ff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3a8d-2552-8c0f-8000-000041b0943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คอมพิวเตอร์และองค์ประกอบพื้นฐาน</dc:title>
  <dc:subject>คอมพิวเตอร์และองค์ประกอบพื้นฐาน</dc:subject>
  <dc:creator>Kimi</dc:creator>
  <cp:lastModifiedBy>Kimi</cp:lastModifiedBy>
  <cp:revision>1</cp:revision>
  <dcterms:created xsi:type="dcterms:W3CDTF">2025-11-30T08:11:44Z</dcterms:created>
  <dcterms:modified xsi:type="dcterms:W3CDTF">2025-11-30T08:11:44Z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คอมพิวเตอร์และองค์ประกอบพื้นฐาน","ContentProducer":"001191110108MACG2KBH8F10000","ProduceID":"d4lv0fj1cvfej7soce60","ReservedCode1":"","ContentPropagator":"001191110108MACG2KBH8F20000","PropagateID":"d4lv0fj1cvfej7soce60","ReservedCode2":""}</vt:lpwstr>
  </property>
</Properties>
</file>