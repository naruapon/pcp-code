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36-b9c2-8bc6-8000-00000d8707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4b-c782-8523-8000-000092e927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47-0872-865f-8000-0000303006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49-7d92-8964-8000-0000786eb0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44-4d52-88f1-8000-00004528e4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4b-4202-8cbc-8000-00000353eb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62-c512-8486-8000-0000b922b3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61-30e2-8808-8000-000086c0c7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59-b472-86b3-8000-0000654357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66-1472-83ad-8000-00005bc259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61-5e22-8f24-8000-0000b00cdf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7e-5b52-84e1-8000-0000bf2596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7e-2242-80f2-8000-000060bde6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6583-2b62-8f2a-8000-00002b7ae8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แนวคิดเชิงคำนวณและการออกแบบอัลกอริธึม</dc:title>
  <dc:subject>แนวคิดเชิงคำนวณและการออกแบบอัลกอริธึม</dc:subject>
  <dc:creator>Kimi</dc:creator>
  <cp:lastModifiedBy>Kimi</cp:lastModifiedBy>
  <cp:revision>1</cp:revision>
  <dcterms:created xsi:type="dcterms:W3CDTF">2025-11-30T20:03:28Z</dcterms:created>
  <dcterms:modified xsi:type="dcterms:W3CDTF">2025-11-30T20:03:28Z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แนวคิดเชิงคำนวณและการออกแบบอัลกอริธึม","ContentProducer":"001191110108MACG2KBH8F10000","ProduceID":"d4ma0bk432e2a2lc408g","ReservedCode1":"","ContentPropagator":"001191110108MACG2KBH8F20000","PropagateID":"d4ma0bk432e2a2lc408g","ReservedCode2":""}</vt:lpwstr>
  </property>
</Properties>
</file>